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各位评委老师好，我今天演示的项目是"求职智能体"，一个基于 AutoClaw 和 GLM-4-Plus 构建的 AI 求职助手。它拥有 14 个原子化 Skill、7 条自动化 Pipeline，覆盖简历生成、实习聚合、文献调研、模拟面试四大核心求职场景。用户只需一句话自然语言指令，AI 即可自动完成从信息采集到文档输出的全流程。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本次演示分为四个部分：首先是项目背景与问题定义；然后深入技术架构和 14 个 Skill 的设计；接着通过四大场景的 Pipeline 展示实际运行效果；最后总结设计亮点与创新。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代大学生在求职过程中面临三大痛点：简历方面，手写简历耗时且难以精准匹配岗位需求；实习信息方面，需要跨平台搜索，信息分散且难以对比；面试准备方面，缺乏结构化练习和专业反馈。我们的解决方案是构建一个 AI 求职智能体，实现 JD 分析、跨平台聚合、智能匹配评分、文献自动调研和模拟面试等全场景自动化覆盖。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项目核心数据：14 个原子化 Skill、7 条自动化 Pipeline、覆盖 4 大求职场景、仅需 3 个 Python 依赖库。四大核心能力分别是：简历生成——JD 定制 + STAR 打磨；实习聚合——跨平台抓取 + 智能评分；文献调研——全自动学术搜索 + Word 综述；模拟面试——结构化出题 + 四维评分。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我们的技术架构遵循四大设计原则。第一，Skill 原子化：14 个 Skill 各自独立，单一职责，继承 AutoClawSkill 基类，实现 run() 接口，可自由组合。第二，配置驱动：新增 Skill 只需编辑 agent_config.json，无需修改引擎代码。第三，Prompt 模板外置：8 个 Markdown 提示词文件支持 Git 版本管理和热更新。第四，GLM 委托机制：语义密集型任务由 GLM 处理，结构化任务本地完成，智能分流。执行链路是：用户指令 → GLM 意图识别 → AutoClaw Pipeline 编排 → 14 Skills 原子化执行 → 输出文件。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14 个 Skill 按功能分为 4 大链路。简历生成链 5 个 Skill：OCR 证书提取、JD 分析、经历萃取、STAR 打磨、Word 导出。实习聚合链 3 个：跨平台抓取、匹配评分、Excel 报告。文献调研链 3 个：学术搜索、论文提炼、综述报告。模拟面试链 3 个：面试题生成、四维评分、练习报告。跨应用能力包括 Browser 抓取、GLM 推理、Excel 和 Word 输出，核心依赖仅 3 个。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Pipeline 1 是个性化简历生成，包含 4 个步骤。第一步 JD 分析：解析目标岗位 JD，提取硬技能、软素质、学历出勤要求和核心关键词。第二步经历萃取：解析用户非结构化的经历草稿，结构化提取时间链路、组织角色和核心成就。第三步 STAR 打磨：由 GLM 根据 JD 关键词，用 STAR 原则重构每段经历，确保关键词覆盖。第四步 Word 导出：填充标准化模板，导出 .docx 格式。示例中，学生口语化的经历草稿被 STAR 打磨为专业的简历描述，关键词覆盖率达到 100%。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Pipeline 2 是实习职位自动聚合。第一步跨平台抓取：通过 AutoClaw WebDriver 驱动浏览器，自动翻页并发抓取 BOSS 直聘、实习僧、牛客、猎聘等平台。第二步智能匹配评分：采用四维评分体系——技能契合度 40%、出勤匹配 20%、城市匹配 20%、学历匹配 20%，由 GLM 进行语义匹配。第三步 Excel 报告生成：写入 Excel 并应用条件格式色块。Tier 分级标准：85 分以上强推荐，70-84 推荐，70 以下观望。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Pipeline 3 是全自动文献调研。第一步学术搜索：通过 MCP_WebReader 搜索相关学术论文，获取论文标题、作者和摘要。第二步文献提炼：由 GLM 对论文摘要进行结构化提炼，提取核心观点、关键发现、结论与局限性，生成综述 Markdown。第三步 Word 报告生成：输出完整的文献综述报告，包含引言、文献概览表格、研究趋势分析、关键发现汇总、未来研究建议和参考文献。用户只需说"帮我调研关于某主题的学术文献"即可获得完整报告。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Pipeline 4 是模拟面试练习。第一步面试题生成：基于岗位能力模型，由 GLM 生成结构化面试题库，包含行为面试题、情境判断题和专业能力题。第二步四维评分：对用户回答从完整度 25%、条理性 25%、STAR 结构 25%、关键词覆盖 25% 四个维度评分。第三步 Word 练习报告：生成包含面试题目清单、评分详情、改进建议和参考答案的练习报告。示例中展示了管培生面试的评分详情和改进建议。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四大 Pipeline 之间实现数据共享与联动。Pipeline 1 的 JD 关键词和经历素材可流入面试题库；Pipeline 2 的职位 JD 可驱动简历定向生成；Pipeline 3 的研究热点可转化为面试话题；Pipeline 4 汇聚所有 Pipeline 数据。核心技术闭环是 Browser 抓取 → GLM 推理 → Excel/Word 输出，核心依赖仅 pandas、openpyxl、python-docx 三个。一句话指令触发后，自动编排 Skill 并输出专业文档，全程零人工干预。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这张展示了四个 Pipeline 的实际输出。Pipeline 1 输出的简历文件包含 JD 定制的 STAR 经历描述和关键词覆盖。Pipeline 2 输出的 Excel 对比表包含 8 个职位的多维度匹配评分和 Tier 分级色块。Pipeline 3 输出的文献综述报告涵盖 15 篇论文的结构化分析。Pipeline 4 输出的面试练习报告包含 8 道题目、四维评分和改进建议。核心指标：4 种文件类型、3 个依赖库、0 个人工步骤、7 条自动化 Pipeline。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六大技术创新点。第一，Skill 原子化架构：类似微服务理念，14 个 Skill 即插即用，新增 Skill 只需一个 Python 文件。第二，配置驱动 Pipeline：声明式编排，新增功能等于编辑 JSON 加写模块。第三，Prompt 模板外置：8 个 Markdown 文件支持版本管理和热更新，非技术人员也可优化。第四，GLM 智能委托：语义任务走 GLM，结构化任务走本地，成本与质量最优平衡。第五，自然语言驱动：零学习成本，即说即用。第六，跨应用数据闭环：Pipeline 间数据不孤岛，全链路贯通。核心理念是让 AI Agent 像乐高一样自由组合。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总结：我们构建了一个拥有 14 个 Skill、7 条 Pipeline、覆盖 4 大求职场景的 AI Agent，用户只需一句话自然语言即可触发端到端自动化。技术创新包括原子化架构、配置驱动、Prompt 外置和 GLM 委托。用户价值覆盖求职全流程。未来展望四个方向：更多求职场景如笔试模拟和 Offer 对比；多模态扩展如语音面试和视频简历；用户画像积累实现个性化推荐；平台化演进包括 Skill 市场和跨领域复用。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感谢各位评委老师的聆听。求职智能体，基于 AutoClaw 和 GLM-4-Plus，14 Skills 乘以 7 Pipelines 乘以 4 场景，一句话指令，AI 全程辅助求职。欢迎提问与交流。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sv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sv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sv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sv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sv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sv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sv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sv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sv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sv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sv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svg"/>
  <Relationship Id="rId3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